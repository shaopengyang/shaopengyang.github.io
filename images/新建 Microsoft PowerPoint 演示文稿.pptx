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3558" y="1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C09202-864D-44C1-A1DE-DE944C30D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BF7DAF-76D0-4F0D-820A-1D46F382B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270350-BC6C-4A11-93BA-7FEFD9433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C38CE-5254-4525-9589-E1EC942B47CB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32E43B-9478-46DF-9746-BC924ED1E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141670-454D-4E50-962E-9B1057C29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B883-257B-4834-B0B3-B728C7071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497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41E0C3-3787-4FB5-B5A5-894D51872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586E2D-5EF0-44A0-A0EB-02223CA5D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6B7A01-DBA0-434D-831D-318B8C94F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C38CE-5254-4525-9589-E1EC942B47CB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4FC7CA-0CD6-4F0E-BAB8-4A92D6778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7BD022-C5DB-4338-9557-D6AF5E4BE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B883-257B-4834-B0B3-B728C7071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653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603EFF-7C86-41F8-AB6A-C741B52F8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4687DD-2CBD-46DD-A72D-37A8EFAB5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426F52-EC87-41E7-886F-AE2E5BB92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C38CE-5254-4525-9589-E1EC942B47CB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7E1840-8A83-42C0-83A2-27EFC2A39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74914B-53FB-458C-9AEB-23BEBCBEC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B883-257B-4834-B0B3-B728C7071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682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C705FB-443F-4BF7-B1E3-DB9BF9095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FA19FA-5241-41D1-9BFB-C12D44C070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21C0F1-3F0A-4BC1-BCAF-955C265B4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1A1AE6-F402-4A9F-B785-CF6DC644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C38CE-5254-4525-9589-E1EC942B47CB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0A541E-DCA1-4078-A324-31CB38F4F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8D40C8-3201-46D5-B6FA-C46C0504F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B883-257B-4834-B0B3-B728C7071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529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9DF512-2A97-41B5-8C59-0F1DF6D0F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D0DCA0-E551-4456-B836-3A2424DCB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F567479-62B0-424A-BBF1-1DE6C2CC4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240ABA5-15A9-4B51-9758-F371497387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26E6A8F-00C5-4665-ACC5-040708DBE7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B40EF0B-7DFE-4373-9DFA-71B765904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C38CE-5254-4525-9589-E1EC942B47CB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2A31EEA-07AD-449A-9B49-3788BA30A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62B0F2A-C7CC-40C5-BDFA-811C2C405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B883-257B-4834-B0B3-B728C7071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287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B6F82F-D9D0-4EFE-A14F-2B6F24445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F6D1657-C1A7-4BF7-88A5-1CCA63CAA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C38CE-5254-4525-9589-E1EC942B47CB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9654A1-C6F3-4EB2-842C-E6F4CD470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133B14E-473B-4B80-A656-0D77DD5E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B883-257B-4834-B0B3-B728C7071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759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639B22-D13C-4839-9CFF-3030E9FD5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C38CE-5254-4525-9589-E1EC942B47CB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3B0BB0C-8AFA-43C5-88CD-3876D45A5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E67377-3D20-4070-B19A-F3EA3EFA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B883-257B-4834-B0B3-B728C7071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621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3756C9-04DB-4494-B7C8-CDEFAE14E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FCE21A-8092-4A2F-8A03-83A6F897E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AA5217-E2E7-4404-9177-97BF7211F7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F655C4-74C4-41B2-9370-A9B8DE941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C38CE-5254-4525-9589-E1EC942B47CB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F728A5-5454-48AF-A85E-C2A0BF277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D057C9-B9F4-4518-A399-63CD54934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B883-257B-4834-B0B3-B728C7071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904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2B7676-7519-430A-9106-6853E5841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728F23E-66AD-4D11-97B1-7B91A240FB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D0A1CA0-C5C2-45B2-90D8-99C45D75F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BE1B12-67E8-4831-9366-9CF1F3421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C38CE-5254-4525-9589-E1EC942B47CB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580087-987D-4B61-A662-E9B21737C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CB4C72-38A4-46CE-9B4E-037B1AB65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B883-257B-4834-B0B3-B728C7071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783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D4B317-32B0-4193-88B9-DE09531D4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145854-4038-4A83-B38E-329180BF8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6BA23B-3169-49B6-8A05-F6EDB57B1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C38CE-5254-4525-9589-E1EC942B47CB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6685D6-2811-41BE-9C89-0D7EF8F69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6A1562-969F-48E2-9579-B94786DFE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B883-257B-4834-B0B3-B728C7071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4025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988A050-5096-4A61-B747-DA58077CCC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C70387F-C9DF-4038-B448-72F5A285A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E4F77D-1DCE-42BC-AC5E-7161BC85E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C38CE-5254-4525-9589-E1EC942B47CB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A8E628-6A5E-4C0E-8110-BD0C9D0D9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AF266F-57A5-493D-A46B-9FDCF030D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B883-257B-4834-B0B3-B728C7071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88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0E0DE70-3F1B-4700-AE0F-491B78770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D5D4D2-D1D2-4F6F-9DC1-B2FC07B8E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C87827-7B40-4485-8CD5-A6B80F013F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CC38CE-5254-4525-9589-E1EC942B47CB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56506A-56FF-443E-8531-D984E3FF90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3AB29F-84E6-4B65-84DC-B968C2F00B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4B883-257B-4834-B0B3-B728C7071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219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046DC016-F6BC-4774-A418-5C1CB29F42C8}"/>
              </a:ext>
            </a:extLst>
          </p:cNvPr>
          <p:cNvGrpSpPr/>
          <p:nvPr/>
        </p:nvGrpSpPr>
        <p:grpSpPr>
          <a:xfrm>
            <a:off x="268704" y="-1150374"/>
            <a:ext cx="11581174" cy="9158747"/>
            <a:chOff x="268704" y="-1150374"/>
            <a:chExt cx="11581174" cy="9158747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CEB53D16-9DBD-40D3-9719-28916D7AF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666" y="648047"/>
              <a:ext cx="11466667" cy="5561905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FBE2C3B-DB63-4797-AD55-2DDF763CFB9D}"/>
                </a:ext>
              </a:extLst>
            </p:cNvPr>
            <p:cNvSpPr/>
            <p:nvPr/>
          </p:nvSpPr>
          <p:spPr>
            <a:xfrm>
              <a:off x="289249" y="-1150374"/>
              <a:ext cx="11560629" cy="17661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D703CC7-8384-49CC-874F-C3909026F013}"/>
                </a:ext>
              </a:extLst>
            </p:cNvPr>
            <p:cNvSpPr/>
            <p:nvPr/>
          </p:nvSpPr>
          <p:spPr>
            <a:xfrm>
              <a:off x="268704" y="6242179"/>
              <a:ext cx="11560629" cy="17661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6149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邵鹏阳</dc:creator>
  <cp:lastModifiedBy>邵鹏阳</cp:lastModifiedBy>
  <cp:revision>1</cp:revision>
  <dcterms:created xsi:type="dcterms:W3CDTF">2026-01-14T03:15:38Z</dcterms:created>
  <dcterms:modified xsi:type="dcterms:W3CDTF">2026-01-14T03:16:39Z</dcterms:modified>
</cp:coreProperties>
</file>