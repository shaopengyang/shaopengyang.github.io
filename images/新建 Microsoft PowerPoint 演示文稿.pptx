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7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8C09202-864D-44C1-A1DE-DE944C30DF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66BF7DAF-76D0-4F0D-820A-1D46F382BA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8270350-BC6C-4A11-93BA-7FEFD94330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CC38CE-5254-4525-9589-E1EC942B47CB}" type="datetimeFigureOut">
              <a:rPr lang="zh-CN" altLang="en-US" smtClean="0"/>
              <a:t>2026/1/14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B32E43B-9478-46DF-9746-BC924ED1E9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5141670-454D-4E50-962E-9B1057C290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B883-257B-4834-B0B3-B728C707191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234977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541E0C3-3787-4FB5-B5A5-894D51872F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C586E2D-5EF0-44A0-A0EB-02223CA5DE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46B7A01-DBA0-434D-831D-318B8C94FE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CC38CE-5254-4525-9589-E1EC942B47CB}" type="datetimeFigureOut">
              <a:rPr lang="zh-CN" altLang="en-US" smtClean="0"/>
              <a:t>2026/1/14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84FC7CA-0CD6-4F0E-BAB8-4A92D67784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57BD022-C5DB-4338-9557-D6AF5E4BE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B883-257B-4834-B0B3-B728C707191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386532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0603EFF-7C86-41F8-AB6A-C741B52F8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A4687DD-2CBD-46DD-A72D-37A8EFAB52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C426F52-EC87-41E7-886F-AE2E5BB923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CC38CE-5254-4525-9589-E1EC942B47CB}" type="datetimeFigureOut">
              <a:rPr lang="zh-CN" altLang="en-US" smtClean="0"/>
              <a:t>2026/1/14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47E1840-8A83-42C0-83A2-27EFC2A393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B74914B-53FB-458C-9AEB-23BEBCBECB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B883-257B-4834-B0B3-B728C707191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04682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3C705FB-443F-4BF7-B1E3-DB9BF90955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5FA19FA-5241-41D1-9BFB-C12D44C070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221C0F1-3F0A-4BC1-BCAF-955C265B45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31A1AE6-F402-4A9F-B785-CF6DC644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CC38CE-5254-4525-9589-E1EC942B47CB}" type="datetimeFigureOut">
              <a:rPr lang="zh-CN" altLang="en-US" smtClean="0"/>
              <a:t>2026/1/14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20A541E-DCA1-4078-A324-31CB38F4F1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08D40C8-3201-46D5-B6FA-C46C0504F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B883-257B-4834-B0B3-B728C707191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655292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39DF512-2A97-41B5-8C59-0F1DF6D0FC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ED0DCA0-E551-4456-B836-3A2424DCB2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F567479-62B0-424A-BBF1-1DE6C2CC4E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9240ABA5-15A9-4B51-9758-F371497387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426E6A8F-00C5-4665-ACC5-040708DBE78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CB40EF0B-7DFE-4373-9DFA-71B765904D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CC38CE-5254-4525-9589-E1EC942B47CB}" type="datetimeFigureOut">
              <a:rPr lang="zh-CN" altLang="en-US" smtClean="0"/>
              <a:t>2026/1/14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52A31EEA-07AD-449A-9B49-3788BA30A9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262B0F2A-C7CC-40C5-BDFA-811C2C405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B883-257B-4834-B0B3-B728C707191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352874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0B6F82F-D9D0-4EFE-A14F-2B6F244457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BF6D1657-C1A7-4BF7-88A5-1CCA63CAAD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CC38CE-5254-4525-9589-E1EC942B47CB}" type="datetimeFigureOut">
              <a:rPr lang="zh-CN" altLang="en-US" smtClean="0"/>
              <a:t>2026/1/14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6D9654A1-C6F3-4EB2-842C-E6F4CD4701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5133B14E-473B-4B80-A656-0D77DD5E7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B883-257B-4834-B0B3-B728C707191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327590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9639B22-D13C-4839-9CFF-3030E9FD55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CC38CE-5254-4525-9589-E1EC942B47CB}" type="datetimeFigureOut">
              <a:rPr lang="zh-CN" altLang="en-US" smtClean="0"/>
              <a:t>2026/1/14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83B0BB0C-8AFA-43C5-88CD-3876D45A5A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1E67377-3D20-4070-B19A-F3EA3EFAC5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B883-257B-4834-B0B3-B728C707191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306215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B3756C9-04DB-4494-B7C8-CDEFAE14E0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6FCE21A-8092-4A2F-8A03-83A6F897EF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AAA5217-E2E7-4404-9177-97BF7211F7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CF655C4-74C4-41B2-9370-A9B8DE9413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CC38CE-5254-4525-9589-E1EC942B47CB}" type="datetimeFigureOut">
              <a:rPr lang="zh-CN" altLang="en-US" smtClean="0"/>
              <a:t>2026/1/14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2F728A5-5454-48AF-A85E-C2A0BF2773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8D057C9-B9F4-4518-A399-63CD54934A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B883-257B-4834-B0B3-B728C707191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249047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72B7676-7519-430A-9106-6853E58416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F728F23E-66AD-4D11-97B1-7B91A240FBB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D0A1CA0-C5C2-45B2-90D8-99C45D75F3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4BE1B12-67E8-4831-9366-9CF1F3421F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CC38CE-5254-4525-9589-E1EC942B47CB}" type="datetimeFigureOut">
              <a:rPr lang="zh-CN" altLang="en-US" smtClean="0"/>
              <a:t>2026/1/14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A580087-987D-4B61-A662-E9B21737C5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9CB4C72-38A4-46CE-9B4E-037B1AB65E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B883-257B-4834-B0B3-B728C707191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257838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DD4B317-32B0-4193-88B9-DE09531D4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7145854-4038-4A83-B38E-329180BF8C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86BA23B-3169-49B6-8A05-F6EDB57B1F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CC38CE-5254-4525-9589-E1EC942B47CB}" type="datetimeFigureOut">
              <a:rPr lang="zh-CN" altLang="en-US" smtClean="0"/>
              <a:t>2026/1/14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56685D6-2811-41BE-9C89-0D7EF8F693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16A1562-969F-48E2-9579-B94786DFE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B883-257B-4834-B0B3-B728C707191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940259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E988A050-5096-4A61-B747-DA58077CCC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C70387F-C9DF-4038-B448-72F5A285A4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CE4F77D-1DCE-42BC-AC5E-7161BC85E6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CC38CE-5254-4525-9589-E1EC942B47CB}" type="datetimeFigureOut">
              <a:rPr lang="zh-CN" altLang="en-US" smtClean="0"/>
              <a:t>2026/1/14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8A8E628-6A5E-4C0E-8110-BD0C9D0D9B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BAF266F-57A5-493D-A46B-9FDCF030D0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B883-257B-4834-B0B3-B728C707191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35880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F0E0DE70-3F1B-4700-AE0F-491B78770B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1D5D4D2-D1D2-4F6F-9DC1-B2FC07B8E6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8C87827-7B40-4485-8CD5-A6B80F013F8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CC38CE-5254-4525-9589-E1EC942B47CB}" type="datetimeFigureOut">
              <a:rPr lang="zh-CN" altLang="en-US" smtClean="0"/>
              <a:t>2026/1/14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356506A-56FF-443E-8531-D984E3FF90D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53AB29F-84E6-4B65-84DC-B968C2F00B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B4B883-257B-4834-B0B3-B728C707191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102190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>
            <a:extLst>
              <a:ext uri="{FF2B5EF4-FFF2-40B4-BE49-F238E27FC236}">
                <a16:creationId xmlns:a16="http://schemas.microsoft.com/office/drawing/2014/main" id="{03D130F7-F35E-4B63-A217-C0A5C4E7CD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0416" y="-150965"/>
            <a:ext cx="7028571" cy="4304762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99843D4C-1A4E-424A-B98F-4DC68B244C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9333" y="4153797"/>
            <a:ext cx="7333333" cy="4028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61494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0</Words>
  <Application>Microsoft Office PowerPoint</Application>
  <PresentationFormat>宽屏</PresentationFormat>
  <Paragraphs>0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等线</vt:lpstr>
      <vt:lpstr>等线 Light</vt:lpstr>
      <vt:lpstr>Arial</vt:lpstr>
      <vt:lpstr>Office 主题​​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邵鹏阳</dc:creator>
  <cp:lastModifiedBy>邵鹏阳</cp:lastModifiedBy>
  <cp:revision>3</cp:revision>
  <dcterms:created xsi:type="dcterms:W3CDTF">2026-01-14T03:15:38Z</dcterms:created>
  <dcterms:modified xsi:type="dcterms:W3CDTF">2026-01-14T03:33:14Z</dcterms:modified>
</cp:coreProperties>
</file>